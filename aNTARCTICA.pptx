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6EED0A0-F4B5-46D7-A733-F25DC721A747}">
          <p14:sldIdLst>
            <p14:sldId id="256"/>
            <p14:sldId id="257"/>
            <p14:sldId id="258"/>
            <p14:sldId id="259"/>
            <p14:sldId id="260"/>
          </p14:sldIdLst>
        </p14:section>
        <p14:section name="Untitled Section" id="{F3C70C82-B367-429B-9436-A3C9CCA8FCFB}">
          <p14:sldIdLst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BD93-2961-4F68-BD4E-D353C4EE8AAC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960B7E0-1361-4A8A-A3D0-492AD7139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703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BD93-2961-4F68-BD4E-D353C4EE8AAC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B7E0-1361-4A8A-A3D0-492AD7139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57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BD93-2961-4F68-BD4E-D353C4EE8AAC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960B7E0-1361-4A8A-A3D0-492AD7139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396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BD93-2961-4F68-BD4E-D353C4EE8AAC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960B7E0-1361-4A8A-A3D0-492AD7139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078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BD93-2961-4F68-BD4E-D353C4EE8AAC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960B7E0-1361-4A8A-A3D0-492AD7139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2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BD93-2961-4F68-BD4E-D353C4EE8AAC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B7E0-1361-4A8A-A3D0-492AD7139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33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BD93-2961-4F68-BD4E-D353C4EE8AAC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B7E0-1361-4A8A-A3D0-492AD7139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991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BD93-2961-4F68-BD4E-D353C4EE8AAC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B7E0-1361-4A8A-A3D0-492AD7139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362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BD93-2961-4F68-BD4E-D353C4EE8AAC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960B7E0-1361-4A8A-A3D0-492AD7139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9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BD93-2961-4F68-BD4E-D353C4EE8AAC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960B7E0-1361-4A8A-A3D0-492AD7139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58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BD93-2961-4F68-BD4E-D353C4EE8AAC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960B7E0-1361-4A8A-A3D0-492AD71399F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23352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BD93-2961-4F68-BD4E-D353C4EE8AAC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960B7E0-1361-4A8A-A3D0-492AD7139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828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BD93-2961-4F68-BD4E-D353C4EE8AAC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960B7E0-1361-4A8A-A3D0-492AD71399F3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0281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BD93-2961-4F68-BD4E-D353C4EE8AAC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960B7E0-1361-4A8A-A3D0-492AD7139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895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BD93-2961-4F68-BD4E-D353C4EE8AAC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B7E0-1361-4A8A-A3D0-492AD7139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810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05BD93-2961-4F68-BD4E-D353C4EE8AAC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0B7E0-1361-4A8A-A3D0-492AD7139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819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5BD93-2961-4F68-BD4E-D353C4EE8AAC}" type="datetimeFigureOut">
              <a:rPr lang="en-US" smtClean="0"/>
              <a:t>4/7/2022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960B7E0-1361-4A8A-A3D0-492AD7139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917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8DE42-2DD3-4D0B-87B9-D386BD11CA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ANTARCTICA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EAE306-6A92-44FC-A1A0-645F52447B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Made by : </a:t>
            </a:r>
            <a:r>
              <a:rPr lang="en-US" dirty="0" err="1"/>
              <a:t>Abdurahmon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918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EB84-19EE-45E8-8EEF-A58E6BF02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Images , daily life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992F6B-9E57-4816-A246-83EB9FFBE6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637" y="3588551"/>
            <a:ext cx="2886722" cy="192448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43B69B-D47D-4732-ACC3-0F886D8F2E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8833" y="3428999"/>
            <a:ext cx="3142081" cy="208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606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7910-910C-4482-BC35-871681DAD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Peoples also lives here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F3D36-E5C3-49E6-A124-720794981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 lot of </a:t>
            </a:r>
            <a:r>
              <a:rPr lang="en-US" dirty="0" err="1"/>
              <a:t>pinguins</a:t>
            </a:r>
            <a:r>
              <a:rPr lang="en-US" dirty="0"/>
              <a:t> and peoples lives with penguins here . </a:t>
            </a:r>
          </a:p>
        </p:txBody>
      </p:sp>
    </p:spTree>
    <p:extLst>
      <p:ext uri="{BB962C8B-B14F-4D97-AF65-F5344CB8AC3E}">
        <p14:creationId xmlns:p14="http://schemas.microsoft.com/office/powerpoint/2010/main" val="471802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411AD-EF65-4DD8-9E04-2393CB3B6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 of Antarctica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842C83-A9CB-4AEC-8793-4FC8F64F97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4323" y="2097584"/>
            <a:ext cx="4766184" cy="2855417"/>
          </a:xfrm>
        </p:spPr>
      </p:pic>
    </p:spTree>
    <p:extLst>
      <p:ext uri="{BB962C8B-B14F-4D97-AF65-F5344CB8AC3E}">
        <p14:creationId xmlns:p14="http://schemas.microsoft.com/office/powerpoint/2010/main" val="114276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40B7F-7139-4CF3-9D1E-BDB850C7C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 of Antarctica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B5796-F66D-4A66-B61A-2E3B651BD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Antarctica’s area is 14,200,000 km</a:t>
            </a:r>
            <a:r>
              <a:rPr lang="en-US" baseline="30000" dirty="0"/>
              <a:t>2</a:t>
            </a:r>
          </a:p>
          <a:p>
            <a:endParaRPr lang="en-US" baseline="30000" dirty="0"/>
          </a:p>
        </p:txBody>
      </p:sp>
    </p:spTree>
    <p:extLst>
      <p:ext uri="{BB962C8B-B14F-4D97-AF65-F5344CB8AC3E}">
        <p14:creationId xmlns:p14="http://schemas.microsoft.com/office/powerpoint/2010/main" val="3594718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29DF1-CDB9-444F-9866-47AE0C5DC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Capital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DEE84-1DCD-4FF0-A40C-39DF0EB19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no capital </a:t>
            </a:r>
            <a:r>
              <a:rPr lang="en-US" dirty="0" err="1"/>
              <a:t>citys</a:t>
            </a:r>
            <a:r>
              <a:rPr lang="en-US" dirty="0"/>
              <a:t> here . </a:t>
            </a:r>
          </a:p>
        </p:txBody>
      </p:sp>
    </p:spTree>
    <p:extLst>
      <p:ext uri="{BB962C8B-B14F-4D97-AF65-F5344CB8AC3E}">
        <p14:creationId xmlns:p14="http://schemas.microsoft.com/office/powerpoint/2010/main" val="2971473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3B987-6509-4CC3-8A0C-DADDBCF33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length in Antarctica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3F10B1-E917-491B-A129-21545FEE45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6704" y="2133600"/>
            <a:ext cx="5820418" cy="3778250"/>
          </a:xfrm>
        </p:spPr>
      </p:pic>
    </p:spTree>
    <p:extLst>
      <p:ext uri="{BB962C8B-B14F-4D97-AF65-F5344CB8AC3E}">
        <p14:creationId xmlns:p14="http://schemas.microsoft.com/office/powerpoint/2010/main" val="3421193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BBD25-A2C3-4ADE-9625-B3217CD42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253346813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</TotalTime>
  <Words>54</Words>
  <Application>Microsoft Office PowerPoint</Application>
  <PresentationFormat>Widescreen</PresentationFormat>
  <Paragraphs>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ANTARCTICA</vt:lpstr>
      <vt:lpstr>Images , daily life </vt:lpstr>
      <vt:lpstr>Peoples also lives here </vt:lpstr>
      <vt:lpstr>Flag of Antarctica</vt:lpstr>
      <vt:lpstr>Area of Antarctica </vt:lpstr>
      <vt:lpstr>Capital </vt:lpstr>
      <vt:lpstr>Day length in Antarctica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ANTARCTICA</dc:title>
  <dc:creator>Computer</dc:creator>
  <cp:lastModifiedBy>Computer</cp:lastModifiedBy>
  <cp:revision>2</cp:revision>
  <dcterms:created xsi:type="dcterms:W3CDTF">2022-04-07T17:21:28Z</dcterms:created>
  <dcterms:modified xsi:type="dcterms:W3CDTF">2022-04-07T17:29:24Z</dcterms:modified>
</cp:coreProperties>
</file>